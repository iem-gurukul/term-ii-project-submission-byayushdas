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635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1737360" cy="292608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OOP — Spring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Investment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3840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9067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juggle stocks, mutual funds, and bonds across disconnected tools — missing real-time return calculations and threshold alerts.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3291840" cy="347472"/>
          </a:xfrm>
          <a:prstGeom prst="rect">
            <a:avLst/>
          </a:prstGeom>
          <a:solidFill>
            <a:srgbClr val="1A2E46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86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Target: Retail investors &amp; finance students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Architecture · Classes · Packages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2743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Java Swing GUI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73552" y="868680"/>
            <a:ext cx="27432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3552" y="1261872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PortfolioService · AlertManager · SortStrategy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9632" y="868680"/>
            <a:ext cx="27432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Persistence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1261872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</a:rPr>
              <a:t>InvestmentDAO · FileRepository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90672" y="1344168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16752" y="1344168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Domain Model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304288"/>
            <a:ext cx="2286000" cy="530352"/>
          </a:xfrm>
          <a:prstGeom prst="rect">
            <a:avLst/>
          </a:prstGeom>
          <a:solidFill>
            <a:srgbClr val="0D1B2A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230428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4B8A6"/>
                </a:solidFill>
              </a:rPr>
              <a:t>«abstract» Investment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" y="3017520"/>
            <a:ext cx="749808" cy="402336"/>
          </a:xfrm>
          <a:prstGeom prst="rect">
            <a:avLst/>
          </a:prstGeom>
          <a:solidFill>
            <a:srgbClr val="1A2E46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" y="301752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Stock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" y="2834640"/>
            <a:ext cx="0" cy="1828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9848" y="3017520"/>
            <a:ext cx="749808" cy="402336"/>
          </a:xfrm>
          <a:prstGeom prst="rect">
            <a:avLst/>
          </a:prstGeom>
          <a:solidFill>
            <a:srgbClr val="1A2E46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9848" y="301752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MutualFund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44752" y="2834640"/>
            <a:ext cx="0" cy="1828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38528" y="3017520"/>
            <a:ext cx="749808" cy="402336"/>
          </a:xfrm>
          <a:prstGeom prst="rect">
            <a:avLst/>
          </a:prstGeom>
          <a:solidFill>
            <a:srgbClr val="1A2E46"/>
          </a:solidFill>
          <a:ln w="101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38528" y="301752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13432" y="2834640"/>
            <a:ext cx="0" cy="18288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" y="2834640"/>
            <a:ext cx="152704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1993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Package Structure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2304288"/>
            <a:ext cx="54864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230428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304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81728" y="23042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Investment, Stock, MutualFund, Bond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0" y="2734056"/>
            <a:ext cx="5486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0" y="2734056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27340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service/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81728" y="27340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PortfolioService, SortStrategy, AlertListener, MonitorThread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74720" y="3163824"/>
            <a:ext cx="54864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3163824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31638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repository/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81728" y="316382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InvestmentDAO, FileInvestmentRepository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0" y="3593592"/>
            <a:ext cx="5486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3593592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84448" y="3593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exception/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81728" y="35935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InvalidInvestmentException, PortfolioPersistenceException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0" y="4023360"/>
            <a:ext cx="5486400" cy="347472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74720" y="4023360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4448" y="4023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81728" y="402336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PortfolioDashboard, AddDialog, EditDialog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0" y="4453128"/>
            <a:ext cx="54864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0" y="4453128"/>
            <a:ext cx="54864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4448" y="44531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util/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81728" y="44531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IdGenerator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4114800" cy="1234440"/>
          </a:xfrm>
          <a:prstGeom prst="rect">
            <a:avLst/>
          </a:prstGeom>
          <a:solidFill>
            <a:srgbClr val="1A2E46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68680"/>
            <a:ext cx="41148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06984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033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Abstraction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42416" y="130759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Abstract Investment class defines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calculateReturn() &amp; getRiskLevel()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without implementation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6592" y="868680"/>
            <a:ext cx="4114800" cy="1234440"/>
          </a:xfrm>
          <a:prstGeom prst="rect">
            <a:avLst/>
          </a:prstGeom>
          <a:solidFill>
            <a:srgbClr val="1A2E46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868680"/>
            <a:ext cx="41148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06984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31536" y="1033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Inheritance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31536" y="1307592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Stock, MutualFund, Bond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extend Investment and inherit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common attributes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258568"/>
            <a:ext cx="4114800" cy="1234440"/>
          </a:xfrm>
          <a:prstGeom prst="rect">
            <a:avLst/>
          </a:prstGeom>
          <a:solidFill>
            <a:srgbClr val="1A2E46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258568"/>
            <a:ext cx="411480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459736"/>
            <a:ext cx="475488" cy="47548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Polymorphism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269748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PortfolioService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calculateReturn() on List&lt;Investment&gt;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— each type responds differently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2258568"/>
            <a:ext cx="4114800" cy="1234440"/>
          </a:xfrm>
          <a:prstGeom prst="rect">
            <a:avLst/>
          </a:prstGeom>
          <a:solidFill>
            <a:srgbClr val="1A2E46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36592" y="2258568"/>
            <a:ext cx="411480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459736"/>
            <a:ext cx="475488" cy="47548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459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31536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Exceptions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31536" y="269748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InvalidInvestmentException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PortfolioPersistenceException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caught at service boundary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648456"/>
            <a:ext cx="4114800" cy="1234440"/>
          </a:xfrm>
          <a:prstGeom prst="rect">
            <a:avLst/>
          </a:prstGeom>
          <a:solidFill>
            <a:srgbClr val="1A2E46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3648456"/>
            <a:ext cx="41148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3849624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2416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2416" y="40873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AlertListener interface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PortfolioDashboard registers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for threshold breach alerts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36592" y="3648456"/>
            <a:ext cx="4114800" cy="1234440"/>
          </a:xfrm>
          <a:prstGeom prst="rect">
            <a:avLst/>
          </a:prstGeom>
          <a:solidFill>
            <a:srgbClr val="1A2E46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36592" y="3648456"/>
            <a:ext cx="41148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384962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849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31536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31536" y="4087368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SortStrategy interface 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SortByReturn / Value /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swapped at runtime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Design decision + code logic + rationale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777240"/>
            <a:ext cx="3931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Polymorphic Return Calculation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161288"/>
            <a:ext cx="3931920" cy="1920240"/>
          </a:xfrm>
          <a:prstGeom prst="rect">
            <a:avLst/>
          </a:prstGeom>
          <a:solidFill>
            <a:srgbClr val="0F172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16152"/>
            <a:ext cx="3712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Stock — market price based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calculateReturn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  return currentMarketPrice * qty
         - purchasePrice * qty;
}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Bond — coupon rate × time held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 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calculateReturn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years = daysHeld / 365.0;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invested * couponRate * years;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3163824"/>
            <a:ext cx="3931920" cy="804672"/>
          </a:xfrm>
          <a:prstGeom prst="rect">
            <a:avLst/>
          </a:prstGeom>
          <a:solidFill>
            <a:srgbClr val="F0FDF4"/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Why: </a:t>
            </a:r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</a:rPr>
              <a:t>Each asset computes return differently by nature. Using polymorphism eliminates branching in PortfolioService — new asset types can be added without modifying existing logic (Open/Closed principle).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777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DAO Persistence Pattern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161288"/>
            <a:ext cx="3931920" cy="1920240"/>
          </a:xfrm>
          <a:prstGeom prst="rect">
            <a:avLst/>
          </a:prstGeom>
          <a:solidFill>
            <a:srgbClr val="0F172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216152"/>
            <a:ext cx="37124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— decouples service from storage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InvestmentDAO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(List&lt;Investment&gt; list);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List&lt;Investment&gt;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Concrete: serialized .dat 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FileInvestmentRepository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implements InvestmentDAO { ... 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3163824"/>
            <a:ext cx="3931920" cy="804672"/>
          </a:xfrm>
          <a:prstGeom prst="rect">
            <a:avLst/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3200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</a:rPr>
              <a:t>Why: </a:t>
            </a:r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</a:rPr>
              <a:t>Swapping storage from file to database only requires a new DAO implementation — PortfolioService never changes. Isolates I/O failure in a single class with a dedicated exception.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32236"/>
          </a:solidFill>
          <a:ln w="12700">
            <a:solidFill>
              <a:srgbClr val="13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1.5 minutes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816352" cy="4096512"/>
          </a:xfrm>
          <a:prstGeom prst="rect">
            <a:avLst/>
          </a:prstGeom>
          <a:solidFill>
            <a:srgbClr val="1A2E46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8163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229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9536" y="8229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Meaningful Scenario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154533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Add a Stock (Reliance, ₹2400 → ₹2750)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16712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Add a MutualFund (Axis Bluechip, NAV ₹42 → ₹51)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" y="278892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06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Add a Bond (Govt 8%, 3 yrs held)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34107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Show portfolio summary — total invested vs current value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403250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950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Sort by return % — observe polymorphic values differ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822960"/>
            <a:ext cx="2816352" cy="4096512"/>
          </a:xfrm>
          <a:prstGeom prst="rect">
            <a:avLst/>
          </a:prstGeom>
          <a:solidFill>
            <a:srgbClr val="1A2E46"/>
          </a:solidFill>
          <a:ln w="1524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822960"/>
            <a:ext cx="2816352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28416" y="8229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03904" y="8229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Threshold Alert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83280" y="1545336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Set gain alert threshold to 15%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216712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Update Stock market price to trigger breach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83280" y="278892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706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Observer fires — alert banner updates in real-time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410712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Background MonitorThread continuously re-evaluates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63056" y="822960"/>
            <a:ext cx="2816352" cy="4096512"/>
          </a:xfrm>
          <a:prstGeom prst="rect">
            <a:avLst/>
          </a:prstGeom>
          <a:solidFill>
            <a:srgbClr val="1A2E46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822960"/>
            <a:ext cx="2816352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8229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48272" y="82296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Error Handling Case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27648" y="1545336"/>
            <a:ext cx="128016" cy="12801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Try adding investment with negative purchase price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27648" y="2167128"/>
            <a:ext cx="128016" cy="12801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InvalidInvestmentException caught — error dialog shown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27648" y="2788920"/>
            <a:ext cx="128016" cy="12801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27066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Try entering letters in numeric field — NumberFormatException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27648" y="3410712"/>
            <a:ext cx="128016" cy="12801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Close app, reopen — portfolio reloads from .dat file (DAO)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-d out $(find src -name '*.java')  &amp;&amp;  java -cp out Main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Investment Portfolio Tracker</dc:title>
  <dc:subject>PptxGenJS Presentation</dc:subject>
  <dc:creator>PptxGenJS</dc:creator>
  <cp:lastModifiedBy>PptxGenJS</cp:lastModifiedBy>
  <cp:revision>1</cp:revision>
  <dcterms:created xsi:type="dcterms:W3CDTF">2026-03-24T12:01:50Z</dcterms:created>
  <dcterms:modified xsi:type="dcterms:W3CDTF">2026-03-24T12:01:50Z</dcterms:modified>
</cp:coreProperties>
</file>